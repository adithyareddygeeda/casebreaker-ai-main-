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Detective Games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detective games rely on hardcoded dialogue trees. Same responses every playthrough. Limited replay value. Expensive to create new cases.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Players Want: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Unique interrogation experiences every session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suspects that adapt to your questions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New mysteries every single 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Conversations that feel unpredictable and real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Daily Murder Mysteries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45920"/>
          <a:ext cx="859536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2331720"/>
                <a:gridCol w="233172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Free/Open-Source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What We 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Enterprise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LLM / AI Models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Llama 2, Mistral 7B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Claude Haiku 4.5, Opus 4.6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GPT-4 Turbo, Gemini Ultra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Backend Framework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Flask, Express.js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FastAPI + APScheduler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Django REST, AWS Lambda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Database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SQLite, MySQL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SQLite + WAL 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PostgreSQL, RDS Aurora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Vector DB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Chroma, Milvus, FAISS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Chroma (Persistent)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Pinecone, Weaviate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Frontend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React 18, Vue 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Next.js 15 + Tailwind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Remix, Angular + Nx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3D Graphics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Three.js, Blender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Meshy.ai + R3F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Babylon.js, Unreal 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Text-to-Speech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Pyttsx3, Festival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ElevenLabs (Planned)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Google Cloud TTS, AWS Polly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Hosting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Docker, Self-hosted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Docker + Vercel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8E8"/>
                          </a:solidFill>
                        </a:rPr>
                        <a:t>Kubernetes, AWS ECS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Script (3-5 minutes)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Show Generated World - Every morning, new mystery auto-created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Interrogate a Suspect - Ask: "Where were you at 9 PM?"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Aggressive Follow-Up - Evidence reveal increases stress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Stress Mechanic - Suspects leak details as pressure builds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Accusation &amp; Verdict - Show evaluation reasoning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440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Message: "This entire world was AI-generated from scratch—different every single day."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Generation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(3 Layers):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Layer - Routes for /sessions, /interrogate, /accuse, /daily-slots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Layer - 5 Claude agents for character, evaluation, generation, consistency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Layer - SQLite + Chroma vector DB + APScheduler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Case Generation (7-Step Pipeline):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templates → Claude generates victim, suspects, alibis, motives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6-8 clues (evidence + red herrings)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5-7 locations with descriptions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 consistency (no contradictions)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Embed facts in Chroma, publish 30 playable slots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~2 minutes per world; runs nightly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Suspects That Adapt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+ Stress Mechanics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Interrogation Response Levels: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(0-30)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783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wasn't at the manor." (vague, evasive)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(30-70)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2402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 in my study, mostly." (details leak)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(70-100)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6974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"Fine! Yes, I was there!" (desperation)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Integration: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Before responding, Claude retrieves world facts about the suspect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Responses grounded in case specifics, not generic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Literary passages provide "Detective Instinct" hints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system: offline responses if API fails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in Facts &amp; Literature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Chroma Collections: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840480" cy="25603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Facts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50-100 embeddings per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Retrieved by suspect + question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"Dr. Fenn" + "strychnine" → "Dr. Fenn owns medicine bag in study"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840480" cy="256032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Literary Passages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10,000+ excerpts from Sherlock Holmes, Agatha Christie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Detective Instinct hints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Inconsistency detected → suggests classic detective tactics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Impact: Suspects feel intelligent, grounded in facts, and influenced by literary mystery tradition.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Learned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Consistency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questions produce identical responses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Detailed logging, message formatting verification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Memory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earlier statements across turns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 full conversation history in every prompt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Difficulty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solve too fast, others get stuck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Stress mechanic unlocks harder questions +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Quality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Text-to-3D faces can be uncanny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Frame chest-up in dark room; lighting hides imperfections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Advantage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CaseBreaker Wins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Traditional Detective Games: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Brand-new mystery daily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Infinite interrogation variations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Stress-driven emergent gameplay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 authoring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Other AI Games: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Grounded in facts (RAG)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Literary flavor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Multiple win states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Cost-efficient (Haiku)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Opportunities: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Licensed mystery templates (noir, sci-fi, fantasy, historical)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leaderboards (fastest solver)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Multiplayer races and competitive modes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Educational version (teach critical thinking)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&amp; Roadmap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Built &amp; What's Next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(Phase 1: Backend)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FastAPI backend with CRUD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SQLite persistence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76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Chroma RAG (10K+ passages)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69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Claude integration with streaming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Daily case 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Interrogation + stress mechanics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47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Accusation evaluation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39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&lt;2 second response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Coming (Phases 2-4)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Phase 2: Next.js 15 frontend (2 wks)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984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Phase 3: ElevenLabs + 3D avatars (2-3 wks)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276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Phase 4: Polish + deploy (1 wk)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569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2862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valid daily cases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447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15+ min avg session 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739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4+ clues found before accusation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4032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&lt;$50/month for 200+ players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AI-Driven Games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CaseBreaker Vision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Proven: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can generate coherent murder mysteries daily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Claude agents create adaptive, believable suspects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780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Stress mechanics create emergent, fair gameplay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2549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RAG grounding prevents hallucination and nonsense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729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This scales to a playable, cost-efficient 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Vision: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mysteries. Every player different. Every day new. A game that never repeats.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4937760"/>
            <a:ext cx="6400800" cy="1371600"/>
          </a:xfrm>
          <a:prstGeom prst="rect">
            <a:avLst/>
          </a:prstGeom>
          <a:solidFill>
            <a:srgbClr val="2A2A4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50749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the case. Expose the truth.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shape the future of AI games.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2026-05-05T06:18:16Z</dcterms:created>
  <dcterms:modified xsi:type="dcterms:W3CDTF">2026-05-05T06:18:16Z</dcterms:modified>
</cp:coreProperties>
</file>