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 &amp; Maturity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Built vs. What's Missing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(Phase 1) - 90% Complete 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FastAPI backend with full CRUD operations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SQLite database schema (sessions, worlds, characters)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Chroma RAG with 10,000+ literary passages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specialized Claude agents (Character, Architect, Evaluator, Consistency, Keyword)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APScheduler for daily case generation (00:00 UTC)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Interrogation loop with stress mechanics (0-100 scale)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Accusation evaluation with reasoning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Streaming API + retry/fallback logic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696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 JSON data sources (victims, personas, motives, locations, methods, clues)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ISSUES 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Interrogation bug—different questions return identical responses (Claude API caching interference). Frontend not started. No load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Assessment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Weaknesses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3-tier separation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prevents hallucination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Stress mechanics = emergent gameplay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Cost-optimized (Haiku $0.03/game)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Async-first 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Fallback system for API failures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SQLite scalability ceiling (~500 concurrent)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Chroma embedded in app (not distributed)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caching layer (Redis/memcached missing)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Message hashing causes response duplication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rate limiting per 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WAL mode limits concurrent reads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Clean design, but needs caching &amp; distributed DB for 10K+ players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Design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Loop &amp; Balance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LOOP (Brilliant)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Player asks question → Suspect responds in-character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Stress increases (aggressive questions + evidence relevance)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Higher stress = more honest answers (mechanics-driven)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Player gathers 4+ clues → Makes accusation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Evaluator judges quality + correctness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Emergent storytelling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Fair (killer predetermined)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replayability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authoring overhead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ISSUES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difficulty settings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Clue distribution untested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Fairness metrics missing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Evidence weighting unclear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&amp; Testing Assessment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ORGANIZATION 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Modular agents/ directory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 hints (Pydantic)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+ fallback logic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Well-separated concerns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GAPS 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unit tests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debug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load testing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case quality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Production-ready backend, but needs test suite before 200+ concurrent players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Character, Architect, Evaluator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AGENT (Interrogation)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Personality + world facts + history + question + stress 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2-3 sentence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$0.03 per game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On: Prompt engineering + RAG quality 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 AGENT (World Generation)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 Victim, 3 suspects, 6-8 clues, 5-7 locations, timeline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~2 minutes per world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Needed: Uses Opus; could switch to Haiku with better prompts 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Unknown: % of generated worlds that are solvable?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AGENT (Accusation)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Judges: Correctness + interrogation quality + evidence gathered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Guilty/Innocent + closing argument with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Transparent (not a black box)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Consistency agent coverage unknown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Collections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FACTS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50-100 embeddings/case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by suspect + question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generic responses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"Fenn" + "timeline" → facts about Fenn's movements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Smart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deduplication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Passage quality untested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29260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LITERARY PASSAGES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10K+ Gutenberg excerpts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Sherlock Holmes, Agatha Christie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"Detective Instinct" hints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generic narrative flavor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 negligible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Relevance untested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Passage chunking unknown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Smart dual-collection strategy, but needs quality assurance metrics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Reality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$0.04 Per Game Breakdown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859536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828800"/>
                <a:gridCol w="338328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Service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Per-Game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200 Games/mo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Claude Haiku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$0.03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15K input + 3K output tokens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Claude Opus (gen)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$0.001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$0.20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Amortized (1 world/30 games)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ElevenLabs TTS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$0.01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$20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20 responses × 150 chars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Vercel (frontend)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$20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Pro plan for serverless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Backend hosting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$5-10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Self-hosted VPS or Heroku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Meshy.ai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200 credits/month (free tier)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$0.04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$51-56/mo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✅ Checks out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RISK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players/mo: ~$255/mo  |  10,000 players/mo: ~$2,550/mo (LLM cost dominates)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Implement prompt caching (90% cost reduction)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Positioning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Traditional, AI, &amp; Procedural Games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Traditional Detective Games (Ace Attorney, LA Noire)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Infinite replay (procedural &gt; hand-authored)  |  ✓ Lower cost  |  ✓ Daily fresh content  |  ✗ Less cinematic  |  ✗ Shorter sessions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Other AI Games (AI Dungeon, Inworld)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prevents hallucination  |  ✓ Genre-specific (not generic)  |  ✓ Fair mechanics  |  ✗ No multiplayer  |  ✗ No progression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Procedural Games (Spelunky, Hades)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Narrative depth (procedurals are mechanical)  |  ✗ Shorter replayability (10-20 hrs vs. 100+)  |  ✗ No skill progression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narrative games are rare. Most AI games are unstructured sandboxes. CaseBreaker fills a specific, underserved niche.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Issues Blocking Release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Must-Fix vs. Should-Fix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1 (MUST FIX)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Interrogation Response Consistency 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questions return identical responses. Likely causes: Claude API prompt caching, message formatting, stress level injection.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unique message IDs, force no-cache headers, log raw API requests.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Case Generation Quality 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on solvability, fairness, or coherence of generated worlds.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Test 30-50 cases, measure solvability manually.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2 (SHOULD FIX)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Frontend missing—game unplayable without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load testing—don't know if it works at 200 concurrent sessions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 analytics—can't measure engagement or difficulty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Realistic Timeline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vs. Actual Estimates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8595360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Claimed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Realistic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Phase 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Backend Core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~90% done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✅ 1 week (bug fix + testing)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Phase 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Frontend (8 screens)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🔴 3-4 weeks (underestimated)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Phase 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Voice + 3D Avatar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2-3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🔴 4-6 weeks (complex pipeline)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Phase 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Polish + Deploy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1 week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✅ 1 week (if prior phases done)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5-6 weeks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8-10 weeks to release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complexity exceeds timeline (most common blocker)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avatar rendering requires experienced Three.js engineer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Lip-sync via viseme mapping is non-trivial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303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testing could reveal unforeseen scalability issues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Potential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Revenue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per game: $0.04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Breakeven price: $0.10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 at $5 sub: 60%+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Comparable: Wordle (free), Ace Attorney ($15-30)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addressable: ~10M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 1 realistic: 10K-100K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50K/mo ($5 sub): $250K/mo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EXTENSIONS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Licensed templates (noir, sci-fi, historical, fantasy) = differentiation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Competitive leaderboards = viral/social hooks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Educational version (teach logic) = B2B channel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port = platform expansion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Multiplayer modes = engagement hooks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Verdict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Built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sound, innovative game concept with a production-ready backend. Clean architecture, cost-efficient ($0.04/game), and genuinely fun mechanics.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MISSING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3D avatars, voice synthesis, bug fixes, load testing. The interrogation consistency bug is the only blocker to playability.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TO MVP: 4-6 weeks (experienced frontend engineer + 3D artist)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POTENTIAL: HIGH. Procedural narrative games are underexplored. This could launch a genre.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2026-05-05T06:21:58Z</dcterms:created>
  <dcterms:modified xsi:type="dcterms:W3CDTF">2026-05-05T06:21:58Z</dcterms:modified>
</cp:coreProperties>
</file>