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Detective Games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detective games rely on hardcoded dialogue trees.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responses every playthrough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replay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Expensive to create new cases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emergent gameplay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PLAYERS WANT: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Unique interrogation experiences every session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suspects that adapt to their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New mysteries every single day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Conversations that feel unpredictable and real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AI-Powered Daily Mysteries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Claude Agents + Procedural Worlds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INNOVATION: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suspect is a live Claude AI agent with unique personality &amp; world knowledge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scheduler generates brand-new mysteries automatically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system grounds suspects in case facts &amp; literary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Stress mechanics (0-100 scale) make suspects more honest under pressure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+ SQLite + APScheduler  |  LLM: Claude Haiku 4.5 (agents) + Opus 4.6 (generation)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Chroma vector DB (10K+ literary passages + world facts)  |  Frontend: Next.js 15 + React Three Fiber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ElevenLabs TTS (planned)  |  3D: Meshy.ai text-to-3D + Mixamo animations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$0.04 per game session  |  Scales to $46/month for 200+ players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Walkthrough (3-5 minutes)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SHOW GENERATED WORLD — Every morning, new murder mystery auto-created with victim, 3 suspects, 8 clues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START INTERROGATION — Player asks suspect: "Where were you at 9 PM?"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AGGRESSIVE FOLLOW-UP — Reveal evidence: "I have a witness who says you were in the study"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STRESS MECHANIC — Suspect stress increases, details leak: "Fine... I was there, but..."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ACCUSATION &amp; VERDICT — Make accusation, evaluator agent judges investigation quality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8229600" cy="146304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74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MESSAGE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entire world was AI-generated from scratch. This exact case has never existed before, and will never exist again. Tomorrow, a completely different mystery generates automatically."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Case Generation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7-Step Automated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nightly @ 00:00 UTC. Time: ~2 minutes per world. Creates 30 playable slots.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narrative templates (Victorian mansion, noir penthouse, small village)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VICTIM — Claude Opus creates age, occupation, relationships, wealth, secrets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3 SUSPECTS — Each with personality, motive, alibi, hidden secrets, relationships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6-8 CLUES — Mix evidence (strychnine vial, threatening letter) + red herrings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Define 5-7 LOCATIONS — Crime scene rooms with descriptions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Verify CONSISTENCY — No logical contradictions (verifies killer's alibi is strong if hidden)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Embed &amp; PUBLISH — Insert into SQLite, embed facts in Chroma, publish 30 slots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3-Layer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routes: /sessions, /interrogate, /accuse, /daily-slots. Handles game flow &amp; state management.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 Agent — Interrogation responses (Claude Haiku 4.5, streaming)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 Agent — World generation (Claude Opus 4.6)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Evaluator Agent — Accusation verdict with reasoning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Consistency Agent — Validates generated worlds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Extractor — Daily hints for players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sessions, worlds, characters, evidence  |  Chroma: world_facts collection + literary_passages collection  |  APScheduler: Daily generation job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Interrogation Agent &amp; Stress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Emergent Gameplay Through Pressure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SCALE (0-100)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Stress Level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Suspect Behavior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Response Type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0-30 (Low)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Confident, deflective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"I wasn't at the manor that evening."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30-70 (Mid)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Inconsistent, leaking details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"Well, I... I was in my study, mostly."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70-100 (High)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Desperate, confessional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"Fine! Yes, I was there, but I didn't—"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INTEGRATION: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Before responding, Claude retrieves world facts about suspect + question context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Responses ground in case specifics (not generic)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Literary passages injected for "Detective Instinct" hints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Fallback: Offline responses if API fails (game continues)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System: Grounding in Facts &amp; Literature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Two-Collection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4747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FACTS COLLECTION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embeddings per 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by (suspect + question topic)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"Dr. Fenn" + "strychnine" retrieves "Dr. Fenn owns medicine bag; Victoria accessed it Tuesday"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hallucination 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114800" cy="34747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LITERARY PASSAGES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Gutenberg excerpts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Holmes, Agatha Christie, etc.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"Detective Instinct" hints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Inconsistency detected → suggests classic detective tactics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narrative flavor 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Suspects feel intelligent, grounded in facts, influenced by mystery tradition.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Challenges &amp; Solutions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Consistency Bug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Different questions → identical responses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Likely Claude API caching. Fix: unique message IDs, force no-cache headers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Suspect Memory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Forgets earlier statements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 full conversation history in every 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 Balance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Some solve too fast, others stuck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Stress mechanic unlocks harder questions; Detective Instinct hints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4846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Model Quality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5166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Text-to-3D faces uncanny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5440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Frame chest-up in dark interrogation room; lighting hides flaws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Built: Phase 1 Complete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Status &amp; Performance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FastAPI backend with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SQLite persistence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Chroma RAG (10K+ passages)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660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Claude streaming + retry logic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953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Daily case generation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Interrogation loop + stress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Accusation evaluation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831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&lt;2 second response 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 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Frontend (Next.js 15)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075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3D avatars (Meshy.ai)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368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Voice synthesis (ElevenLabs)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60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Lip-sync animation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953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Load testing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538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Mobile version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GAME: $0.04  |  SCALES TO: $46/month @ 200 players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 Interrogation response consistency bug needs immediate fix before gameplay testing.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Release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Timeline &amp; Success Criteria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45920"/>
          <a:ext cx="8595360" cy="164592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10312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Work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Claimed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Realistic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Backend core (NOW)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90% done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✅ 1 week (bug fix)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Frontend UI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2 weeks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🔴 3-4 weeks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Voice + 3D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2-3 weeks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🔴 4-6 weeks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Polish + launch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1 week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✅ 1 week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valid daily cases (solvable, consistent)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15+ minute average session length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Players find 4+ clues before accusation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cost &lt;$50/month for 200+ players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RELEASE: Q3 2026 (August-September) with dedicated frontend team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CaseBreaker Wins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Differentiation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Traditional Detective Games: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Daily new mystery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Infinite variations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Lower cost to produce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author bottleneck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Other AI Games: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 prevents hallucination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Fair mechanics (rules-based)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Genre-specific (not generic)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Cost-efficient (Haiku)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OPPORTUNITIES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Licensed templates (noir, sci-fi, fantasy, historical)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Daily leaderboards &amp; competitive modes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Educational version (teach logic &amp; reasoning)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Mobile ports, multiplayer racing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CaseBreaker: The Future of Narrative Gaming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Vision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Proven: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coherent murder mysteries daily. Claude agents create adaptive suspects. Stress mechanics drive emergent gameplay. RAG grounding prevents hallucination. This scales to a playable, cost-efficient product.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mysteries. Every player different. Every day new. A game that never repeats itself. No authoring overhead. Pure emergent storytelling at scale.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the case. Expose the truth. Help shape the future of AI games.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2026-05-05T06:41:23Z</dcterms:created>
  <dcterms:modified xsi:type="dcterms:W3CDTF">2026-05-05T06:41:23Z</dcterms:modified>
</cp:coreProperties>
</file>